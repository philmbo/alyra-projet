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413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457200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 — Use Case : AG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FFBad</a:t>
            </a: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0" y="82296"/>
            <a:ext cx="475488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583680" y="8229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78040" y="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clubs - Election president federal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37160" y="502920"/>
            <a:ext cx="1280160" cy="530352"/>
          </a:xfrm>
          <a:prstGeom prst="rect">
            <a:avLst/>
          </a:prstGeom>
          <a:solidFill>
            <a:srgbClr val="071535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37160" y="512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" y="758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affilies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votants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527048" y="502920"/>
            <a:ext cx="1280160" cy="530352"/>
          </a:xfrm>
          <a:prstGeom prst="rect">
            <a:avLst/>
          </a:prstGeom>
          <a:solidFill>
            <a:srgbClr val="071535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527048" y="512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27048" y="758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= 1 vote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club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916936" y="502920"/>
            <a:ext cx="1280160" cy="530352"/>
          </a:xfrm>
          <a:prstGeom prst="rect">
            <a:avLst/>
          </a:prstGeom>
          <a:solidFill>
            <a:srgbClr val="071535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16936" y="5120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16936" y="758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AG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434840" y="5029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complet — 3 acteurs, 4 phases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34840" y="795528"/>
            <a:ext cx="109728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0" y="79552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(organisateur)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6007608" y="79552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44768" y="79552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 (plateforme)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580376" y="795528"/>
            <a:ext cx="109728" cy="1097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717536" y="79552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(votant)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09728" y="1097280"/>
            <a:ext cx="2176272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82880" y="10972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PREPARATION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82880" y="1298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J-30 a J-7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64592" y="153619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64592" y="153619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82880" y="15361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82880" y="1719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le scrutin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Verivo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(titre, date, choix)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161288" y="230428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64592" y="235915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64592" y="235915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82880" y="235915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182880" y="2542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la liste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700 clubs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(fichier CSV)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161288" y="312724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64592" y="318211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4592" y="318211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82880" y="318211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40" name="Text 38"/>
          <p:cNvSpPr/>
          <p:nvPr/>
        </p:nvSpPr>
        <p:spPr>
          <a:xfrm>
            <a:off x="182880" y="3364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700 wallets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+ QR codes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161288" y="395020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164592" y="400507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164592" y="400507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182880" y="400507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45" name="Text 43"/>
          <p:cNvSpPr/>
          <p:nvPr/>
        </p:nvSpPr>
        <p:spPr>
          <a:xfrm>
            <a:off x="182880" y="4187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QR code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guide wallet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chaque club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160270" y="1225296"/>
            <a:ext cx="164592" cy="54864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2288286" y="1188720"/>
            <a:ext cx="36576" cy="128016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345436" y="1097280"/>
            <a:ext cx="217627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418588" y="10972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MINT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2418588" y="1298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J-7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400300" y="153619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400300" y="153619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2418588" y="15361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54" name="Text 52"/>
          <p:cNvSpPr/>
          <p:nvPr/>
        </p:nvSpPr>
        <p:spPr>
          <a:xfrm>
            <a:off x="2418588" y="1719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la liste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(confirmation)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396996" y="230428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2400300" y="235915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2400300" y="235915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418588" y="235915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59" name="Text 57"/>
          <p:cNvSpPr/>
          <p:nvPr/>
        </p:nvSpPr>
        <p:spPr>
          <a:xfrm>
            <a:off x="2418588" y="2542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 700 NFTs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sur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Sepolia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396996" y="312724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2400300" y="318211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2400300" y="318211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2418588" y="318211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2418588" y="3364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lien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connexion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700 clubs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396996" y="395020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2400300" y="400507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2400300" y="4005072"/>
            <a:ext cx="2066544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2418588" y="400507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620" dirty="0"/>
          </a:p>
        </p:txBody>
      </p:sp>
      <p:sp>
        <p:nvSpPr>
          <p:cNvPr id="69" name="Text 67"/>
          <p:cNvSpPr/>
          <p:nvPr/>
        </p:nvSpPr>
        <p:spPr>
          <a:xfrm>
            <a:off x="2418588" y="4187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Recoit email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lien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QR code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395978" y="1225296"/>
            <a:ext cx="164592" cy="54864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4523994" y="1188720"/>
            <a:ext cx="36576" cy="128016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4581144" y="1097280"/>
            <a:ext cx="2176272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654296" y="10972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VOTE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4654296" y="1298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J (8h-18h)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636008" y="153619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4636008" y="1536192"/>
            <a:ext cx="2066544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654296" y="15361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620" dirty="0"/>
          </a:p>
        </p:txBody>
      </p:sp>
      <p:sp>
        <p:nvSpPr>
          <p:cNvPr id="78" name="Text 76"/>
          <p:cNvSpPr/>
          <p:nvPr/>
        </p:nvSpPr>
        <p:spPr>
          <a:xfrm>
            <a:off x="4654296" y="1719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 QR code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 wallet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(WalletConnect)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32704" y="230428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636008" y="235915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4636008" y="2359152"/>
            <a:ext cx="2066544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654296" y="235915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620" dirty="0"/>
          </a:p>
        </p:txBody>
      </p:sp>
      <p:sp>
        <p:nvSpPr>
          <p:cNvPr id="83" name="Text 81"/>
          <p:cNvSpPr/>
          <p:nvPr/>
        </p:nvSpPr>
        <p:spPr>
          <a:xfrm>
            <a:off x="4654296" y="2542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candidat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l'interface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5632704" y="312724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636008" y="318211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636008" y="318211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4654296" y="318211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88" name="Text 86"/>
          <p:cNvSpPr/>
          <p:nvPr/>
        </p:nvSpPr>
        <p:spPr>
          <a:xfrm>
            <a:off x="4654296" y="3364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5632704" y="395020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636008" y="400507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4636008" y="4005072"/>
            <a:ext cx="2066544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4654296" y="400507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620" dirty="0"/>
          </a:p>
        </p:txBody>
      </p:sp>
      <p:sp>
        <p:nvSpPr>
          <p:cNvPr id="93" name="Text 91"/>
          <p:cNvSpPr/>
          <p:nvPr/>
        </p:nvSpPr>
        <p:spPr>
          <a:xfrm>
            <a:off x="4654296" y="4187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Recoit hash tx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email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(preuve de vote)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631686" y="1225296"/>
            <a:ext cx="164592" cy="54864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6759702" y="1188720"/>
            <a:ext cx="36576" cy="128016"/>
          </a:xfrm>
          <a:prstGeom prst="rect">
            <a:avLst/>
          </a:prstGeom>
          <a:solidFill>
            <a:srgbClr val="7EC8F0"/>
          </a:solidFill>
          <a:ln w="12700">
            <a:solidFill>
              <a:srgbClr val="7EC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6816852" y="1097280"/>
            <a:ext cx="2176272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6890004" y="10972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CLOTURE</a:t>
            </a:r>
            <a:endParaRPr lang="en-US" sz="820" dirty="0"/>
          </a:p>
        </p:txBody>
      </p:sp>
      <p:sp>
        <p:nvSpPr>
          <p:cNvPr id="98" name="Text 96"/>
          <p:cNvSpPr/>
          <p:nvPr/>
        </p:nvSpPr>
        <p:spPr>
          <a:xfrm>
            <a:off x="6890004" y="12984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J+0 a J+1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6871716" y="153619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6871716" y="153619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6890004" y="15361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102" name="Text 100"/>
          <p:cNvSpPr/>
          <p:nvPr/>
        </p:nvSpPr>
        <p:spPr>
          <a:xfrm>
            <a:off x="6890004" y="171907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 tx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cloture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(18h00)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7868412" y="230428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6871716" y="235915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6871716" y="235915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Text 104"/>
          <p:cNvSpPr/>
          <p:nvPr/>
        </p:nvSpPr>
        <p:spPr>
          <a:xfrm>
            <a:off x="6890004" y="235915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107" name="Text 105"/>
          <p:cNvSpPr/>
          <p:nvPr/>
        </p:nvSpPr>
        <p:spPr>
          <a:xfrm>
            <a:off x="6890004" y="25420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aggrege les votes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868412" y="312724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6871716" y="318211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6871716" y="3182112"/>
            <a:ext cx="206654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6890004" y="318211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</a:t>
            </a:r>
            <a:endParaRPr lang="en-US" sz="620" dirty="0"/>
          </a:p>
        </p:txBody>
      </p:sp>
      <p:sp>
        <p:nvSpPr>
          <p:cNvPr id="112" name="Text 110"/>
          <p:cNvSpPr/>
          <p:nvPr/>
        </p:nvSpPr>
        <p:spPr>
          <a:xfrm>
            <a:off x="6890004" y="33649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 resultat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+ hash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public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7868412" y="3950208"/>
            <a:ext cx="73152" cy="6400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6871716" y="4005072"/>
            <a:ext cx="2066544" cy="768096"/>
          </a:xfrm>
          <a:prstGeom prst="rect">
            <a:avLst/>
          </a:prstGeom>
          <a:solidFill>
            <a:srgbClr val="0F2050"/>
          </a:solidFill>
          <a:ln w="1524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6871716" y="4005072"/>
            <a:ext cx="2066544" cy="1645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6890004" y="400507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620" dirty="0"/>
          </a:p>
        </p:txBody>
      </p:sp>
      <p:sp>
        <p:nvSpPr>
          <p:cNvPr id="117" name="Text 115"/>
          <p:cNvSpPr/>
          <p:nvPr/>
        </p:nvSpPr>
        <p:spPr>
          <a:xfrm>
            <a:off x="6890004" y="41879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Telecharge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PDF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PV d'AG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0" y="4389120"/>
            <a:ext cx="9144000" cy="530352"/>
          </a:xfrm>
          <a:prstGeom prst="rect">
            <a:avLst/>
          </a:prstGeom>
          <a:solidFill>
            <a:srgbClr val="071029"/>
          </a:solidFill>
          <a:ln w="12700">
            <a:solidFill>
              <a:srgbClr val="07102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164592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800" dirty="0"/>
          </a:p>
        </p:txBody>
      </p:sp>
      <p:sp>
        <p:nvSpPr>
          <p:cNvPr id="120" name="Text 118"/>
          <p:cNvSpPr/>
          <p:nvPr/>
        </p:nvSpPr>
        <p:spPr>
          <a:xfrm>
            <a:off x="16459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clubs ont vote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914400" y="4590288"/>
            <a:ext cx="45720" cy="10972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Text 120"/>
          <p:cNvSpPr/>
          <p:nvPr/>
        </p:nvSpPr>
        <p:spPr>
          <a:xfrm>
            <a:off x="1645920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E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23" name="Text 121"/>
          <p:cNvSpPr/>
          <p:nvPr/>
        </p:nvSpPr>
        <p:spPr>
          <a:xfrm>
            <a:off x="1645920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 perso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620" dirty="0"/>
          </a:p>
        </p:txBody>
      </p:sp>
      <p:sp>
        <p:nvSpPr>
          <p:cNvPr id="124" name="Shape 122"/>
          <p:cNvSpPr/>
          <p:nvPr/>
        </p:nvSpPr>
        <p:spPr>
          <a:xfrm>
            <a:off x="2395728" y="4590288"/>
            <a:ext cx="45720" cy="10972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Text 123"/>
          <p:cNvSpPr/>
          <p:nvPr/>
        </p:nvSpPr>
        <p:spPr>
          <a:xfrm>
            <a:off x="3127248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6" name="Text 124"/>
          <p:cNvSpPr/>
          <p:nvPr/>
        </p:nvSpPr>
        <p:spPr>
          <a:xfrm>
            <a:off x="3127248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immuable</a:t>
            </a:r>
            <a:endParaRPr lang="en-US" sz="620" dirty="0"/>
          </a:p>
        </p:txBody>
      </p:sp>
      <p:sp>
        <p:nvSpPr>
          <p:cNvPr id="127" name="Shape 125"/>
          <p:cNvSpPr/>
          <p:nvPr/>
        </p:nvSpPr>
        <p:spPr>
          <a:xfrm>
            <a:off x="3877056" y="4590288"/>
            <a:ext cx="45720" cy="10972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Text 126"/>
          <p:cNvSpPr/>
          <p:nvPr/>
        </p:nvSpPr>
        <p:spPr>
          <a:xfrm>
            <a:off x="4608576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800" dirty="0"/>
          </a:p>
        </p:txBody>
      </p:sp>
      <p:sp>
        <p:nvSpPr>
          <p:cNvPr id="129" name="Text 127"/>
          <p:cNvSpPr/>
          <p:nvPr/>
        </p:nvSpPr>
        <p:spPr>
          <a:xfrm>
            <a:off x="4608576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tx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envioyees</a:t>
            </a:r>
            <a:endParaRPr lang="en-US" sz="620" dirty="0"/>
          </a:p>
        </p:txBody>
      </p:sp>
      <p:sp>
        <p:nvSpPr>
          <p:cNvPr id="130" name="Shape 128"/>
          <p:cNvSpPr/>
          <p:nvPr/>
        </p:nvSpPr>
        <p:spPr>
          <a:xfrm>
            <a:off x="5358384" y="4590288"/>
            <a:ext cx="45720" cy="10972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Text 129"/>
          <p:cNvSpPr/>
          <p:nvPr/>
        </p:nvSpPr>
        <p:spPr>
          <a:xfrm>
            <a:off x="6089904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800" dirty="0"/>
          </a:p>
        </p:txBody>
      </p:sp>
      <p:sp>
        <p:nvSpPr>
          <p:cNvPr id="132" name="Text 130"/>
          <p:cNvSpPr/>
          <p:nvPr/>
        </p:nvSpPr>
        <p:spPr>
          <a:xfrm>
            <a:off x="6089904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scrutin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</a:t>
            </a:r>
            <a:endParaRPr lang="en-US" sz="620" dirty="0"/>
          </a:p>
        </p:txBody>
      </p:sp>
      <p:sp>
        <p:nvSpPr>
          <p:cNvPr id="133" name="Shape 131"/>
          <p:cNvSpPr/>
          <p:nvPr/>
        </p:nvSpPr>
        <p:spPr>
          <a:xfrm>
            <a:off x="6839712" y="4590288"/>
            <a:ext cx="45720" cy="109728"/>
          </a:xfrm>
          <a:prstGeom prst="rect">
            <a:avLst/>
          </a:prstGeom>
          <a:solidFill>
            <a:srgbClr val="1A3060"/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Text 132"/>
          <p:cNvSpPr/>
          <p:nvPr/>
        </p:nvSpPr>
        <p:spPr>
          <a:xfrm>
            <a:off x="7571232" y="44074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1800" dirty="0"/>
          </a:p>
        </p:txBody>
      </p:sp>
      <p:sp>
        <p:nvSpPr>
          <p:cNvPr id="135" name="Text 133"/>
          <p:cNvSpPr/>
          <p:nvPr/>
        </p:nvSpPr>
        <p:spPr>
          <a:xfrm>
            <a:off x="7571232" y="46451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agregation</a:t>
            </a:r>
            <a:endParaRPr lang="en-US" sz="620" dirty="0"/>
          </a:p>
          <a:p>
            <a:pPr marL="0" indent="0" algn="ctr">
              <a:buNone/>
            </a:pPr>
            <a:r>
              <a:rPr lang="en-US" sz="620" dirty="0">
                <a:solidFill>
                  <a:srgbClr val="EE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</a:t>
            </a:r>
            <a:endParaRPr lang="en-US" sz="620" dirty="0"/>
          </a:p>
        </p:txBody>
      </p:sp>
      <p:sp>
        <p:nvSpPr>
          <p:cNvPr id="136" name="Text 134"/>
          <p:cNvSpPr/>
          <p:nvPr/>
        </p:nvSpPr>
        <p:spPr>
          <a:xfrm>
            <a:off x="0" y="5047488"/>
            <a:ext cx="9144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Verivo - Certification Consultant Blockchain RS6410 - Alyra 2025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</Words>
  <Application>Microsoft Macintosh PowerPoint</Application>
  <PresentationFormat>Affichage à l'écran (16:9)</PresentationFormat>
  <Paragraphs>108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Nicolas Mallié</cp:lastModifiedBy>
  <cp:revision>2</cp:revision>
  <dcterms:created xsi:type="dcterms:W3CDTF">2026-02-28T14:53:55Z</dcterms:created>
  <dcterms:modified xsi:type="dcterms:W3CDTF">2026-02-28T14:56:45Z</dcterms:modified>
</cp:coreProperties>
</file>